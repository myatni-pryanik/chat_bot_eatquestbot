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  <p:sldId id="260" r:id="rId1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3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76B7785-1D98-4762-9045-877921E91D71}" type="datetimeFigureOut">
              <a:rPr lang="ru-RU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2B6F3F-0509-485D-97C2-ECBFED15AEC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3540718" y="695324"/>
            <a:ext cx="4885965" cy="80235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0000"/>
          </a:bodyPr>
          <a:lstStyle/>
          <a:p>
            <a:pPr>
              <a:defRPr/>
            </a:pPr>
            <a:r>
              <a:rPr lang="en-US"/>
              <a:t>@EatQuestbot</a:t>
            </a:r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04602" y="1998601"/>
            <a:ext cx="4758202" cy="4758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65841" y="356948"/>
            <a:ext cx="8816282" cy="1655762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ru-RU" sz="4000" b="1"/>
              <a:t>Цель: </a:t>
            </a:r>
            <a:r>
              <a:rPr lang="ru-RU" sz="4000"/>
              <a:t>создать телеграм-бота, который будет рекомендовать заведения, основываясь на пожеланиях пользователя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538163" y="2500028"/>
            <a:ext cx="4484914" cy="1744579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/>
              <a:t>Учитываемые пожелания: 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/>
              <a:t>Тип заведения (ресторан/кофейня)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/>
              <a:t>Бюджет (высокий/средний)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/>
              <a:t>Станция метро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/>
              <a:t>Для ресторанов: вид кухни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265841" y="4917429"/>
            <a:ext cx="3733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Дополнительная функция: добавление заведения в «избранные»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6616544" y="2500028"/>
            <a:ext cx="493115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2000" dirty="0"/>
              <a:t>Бот предлагает:</a:t>
            </a:r>
            <a:endParaRPr dirty="0"/>
          </a:p>
          <a:p>
            <a:pPr marL="285750" indent="-285750" algn="ctr">
              <a:buFont typeface="Arial"/>
              <a:buChar char="•"/>
              <a:defRPr/>
            </a:pPr>
            <a:r>
              <a:rPr lang="ru-RU" sz="2000" dirty="0"/>
              <a:t>5 заведений, подходящих под критерии</a:t>
            </a:r>
            <a:endParaRPr dirty="0"/>
          </a:p>
          <a:p>
            <a:pPr marL="285750" indent="-285750" algn="ctr">
              <a:buFont typeface="Arial"/>
              <a:buChar char="•"/>
              <a:defRPr/>
            </a:pPr>
            <a:r>
              <a:rPr lang="ru-RU" sz="2000" dirty="0"/>
              <a:t>Их адреса и контакты</a:t>
            </a:r>
            <a:endParaRPr dirty="0"/>
          </a:p>
          <a:p>
            <a:pPr marL="285750" indent="-285750" algn="ctr">
              <a:buFont typeface="Arial"/>
              <a:buChar char="•"/>
              <a:defRPr/>
            </a:pPr>
            <a:r>
              <a:rPr lang="ru-RU" sz="2000" dirty="0"/>
              <a:t>Вид кухни</a:t>
            </a:r>
            <a:endParaRPr dirty="0"/>
          </a:p>
          <a:p>
            <a:pPr marL="285750" indent="-285750" algn="ctr">
              <a:buFont typeface="Arial"/>
              <a:buChar char="•"/>
              <a:defRPr/>
            </a:pPr>
            <a:r>
              <a:rPr lang="ru-RU" sz="2000" dirty="0"/>
              <a:t>Рейтинг </a:t>
            </a:r>
            <a:endParaRPr dirty="0"/>
          </a:p>
        </p:txBody>
      </p:sp>
      <p:pic>
        <p:nvPicPr>
          <p:cNvPr id="3074" name="Picture 2" descr="маленький утенок PNG и картинки пнг | рисунок Векторы и PSD | Бесплатная  загрузка на Pngtree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4758229" y="3825507"/>
            <a:ext cx="2675545" cy="26755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411547" y="190499"/>
            <a:ext cx="7584399" cy="85862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Принцип работы: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78005" y="1134846"/>
            <a:ext cx="5917995" cy="5723153"/>
          </a:xfrm>
        </p:spPr>
        <p:txBody>
          <a:bodyPr>
            <a:normAutofit fontScale="25000" lnSpcReduction="20000"/>
          </a:bodyPr>
          <a:lstStyle/>
          <a:p>
            <a:pPr algn="l">
              <a:defRPr/>
            </a:pPr>
            <a:r>
              <a:rPr lang="ru-RU" sz="7200" dirty="0"/>
              <a:t>В начале /</a:t>
            </a:r>
            <a:r>
              <a:rPr lang="ru-RU" sz="7200" dirty="0" err="1"/>
              <a:t>start</a:t>
            </a:r>
            <a:r>
              <a:rPr lang="ru-RU" sz="7200" dirty="0"/>
              <a:t> (заносит данные о пользователе в </a:t>
            </a:r>
            <a:r>
              <a:rPr lang="ru-RU" sz="7200" dirty="0" err="1"/>
              <a:t>бд</a:t>
            </a:r>
            <a:r>
              <a:rPr lang="ru-RU" sz="7200" dirty="0"/>
              <a:t>)</a:t>
            </a:r>
            <a:endParaRPr dirty="0"/>
          </a:p>
          <a:p>
            <a:pPr algn="l">
              <a:defRPr/>
            </a:pPr>
            <a:r>
              <a:rPr lang="ru-RU" sz="7200" u="sng" dirty="0"/>
              <a:t>Подбор заведений:  </a:t>
            </a:r>
            <a:endParaRPr dirty="0"/>
          </a:p>
          <a:p>
            <a:pPr algn="l">
              <a:defRPr/>
            </a:pPr>
            <a:r>
              <a:rPr lang="ru-RU" sz="7200" dirty="0"/>
              <a:t>1. Фильтрация: Бот последовательно спрашивает Категорию → Бюджет → Метро → Кухню.</a:t>
            </a:r>
            <a:endParaRPr dirty="0"/>
          </a:p>
          <a:p>
            <a:pPr algn="l">
              <a:defRPr/>
            </a:pPr>
            <a:r>
              <a:rPr lang="ru-RU" sz="7200" dirty="0"/>
              <a:t>2. Динамические кнопки: Списки метро и кухонь подтягиваются напрямую из БД. Если добавить станцию в </a:t>
            </a:r>
            <a:r>
              <a:rPr lang="ru-RU" sz="7200" dirty="0" err="1"/>
              <a:t>Supabase</a:t>
            </a:r>
            <a:r>
              <a:rPr lang="ru-RU" sz="7200" dirty="0"/>
              <a:t>, она тут же появится в боте.</a:t>
            </a:r>
            <a:endParaRPr dirty="0"/>
          </a:p>
          <a:p>
            <a:pPr algn="l">
              <a:defRPr/>
            </a:pPr>
            <a:r>
              <a:rPr lang="ru-RU" sz="7200" dirty="0"/>
              <a:t>3. Умный пропуск: Для кофеен бот автоматически пропускает шаг с выбором кухни.</a:t>
            </a:r>
            <a:endParaRPr dirty="0"/>
          </a:p>
          <a:p>
            <a:pPr algn="l">
              <a:defRPr/>
            </a:pPr>
            <a:r>
              <a:rPr lang="ru-RU" sz="7200" dirty="0"/>
              <a:t>4. Понравившееся заведение можно добавить в избранные</a:t>
            </a:r>
            <a:endParaRPr dirty="0"/>
          </a:p>
          <a:p>
            <a:pPr algn="l">
              <a:defRPr/>
            </a:pPr>
            <a:r>
              <a:rPr lang="ru-RU" sz="7200" u="sng" dirty="0"/>
              <a:t>Избранные:</a:t>
            </a:r>
            <a:r>
              <a:rPr lang="ru-RU" sz="7200" dirty="0"/>
              <a:t> вывод всех добавленных пользователем заведений</a:t>
            </a:r>
            <a:endParaRPr dirty="0"/>
          </a:p>
          <a:p>
            <a:pPr algn="l">
              <a:defRPr/>
            </a:pPr>
            <a:r>
              <a:rPr lang="ru-RU" sz="7200" u="sng" dirty="0"/>
              <a:t>Пополнение базы данных:</a:t>
            </a:r>
            <a:r>
              <a:rPr lang="ru-RU" sz="7200" dirty="0"/>
              <a:t> </a:t>
            </a:r>
            <a:endParaRPr dirty="0"/>
          </a:p>
          <a:p>
            <a:pPr algn="l">
              <a:defRPr/>
            </a:pPr>
            <a:r>
              <a:rPr lang="ru-RU" sz="7200" dirty="0"/>
              <a:t>1. Пользователь вносит краткую информацию про заведение и отправляет на проверку админам</a:t>
            </a:r>
            <a:endParaRPr dirty="0"/>
          </a:p>
          <a:p>
            <a:pPr algn="l">
              <a:defRPr/>
            </a:pPr>
            <a:r>
              <a:rPr lang="ru-RU" sz="7200" dirty="0"/>
              <a:t>2. Проверка (может заведение уже есть базе)</a:t>
            </a:r>
            <a:endParaRPr dirty="0"/>
          </a:p>
          <a:p>
            <a:pPr algn="l">
              <a:defRPr/>
            </a:pPr>
            <a:r>
              <a:rPr lang="ru-RU" sz="7200" dirty="0"/>
              <a:t>3. Редактирование информации + добавление новой (потому что пользователь может ввести информацию кратко или не правильно)</a:t>
            </a:r>
            <a:endParaRPr dirty="0"/>
          </a:p>
          <a:p>
            <a:pPr algn="l">
              <a:defRPr/>
            </a:pPr>
            <a:r>
              <a:rPr lang="ru-RU" sz="7200" dirty="0"/>
              <a:t>4. Добавление заведения в базу</a:t>
            </a:r>
            <a:endParaRPr dirty="0"/>
          </a:p>
          <a:p>
            <a:pPr>
              <a:defRPr/>
            </a:pP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03747" y="1463040"/>
            <a:ext cx="5673853" cy="4539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50997-8559-485C-89C8-C5D883E8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36" y="163286"/>
            <a:ext cx="6312127" cy="770708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+mn-lt"/>
                <a:cs typeface="Times New Roman" panose="02020603050405020304" pitchFamily="18" charset="0"/>
              </a:rPr>
              <a:t>Алгоритм подбора заведения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8C1C4-00D9-42F2-9C4D-3EC47FE07843}"/>
              </a:ext>
            </a:extLst>
          </p:cNvPr>
          <p:cNvSpPr txBox="1"/>
          <p:nvPr/>
        </p:nvSpPr>
        <p:spPr>
          <a:xfrm>
            <a:off x="522514" y="1328839"/>
            <a:ext cx="4983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ru-RU" sz="2400" dirty="0"/>
              <a:t>Регистрация пользователя по кнопке /</a:t>
            </a:r>
            <a:r>
              <a:rPr lang="en-US" sz="2400" dirty="0"/>
              <a:t>start</a:t>
            </a:r>
            <a:endParaRPr lang="ru-RU" sz="2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D16C4A-D75C-4199-A0BB-84583F94EB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32"/>
          <a:stretch/>
        </p:blipFill>
        <p:spPr>
          <a:xfrm>
            <a:off x="5432036" y="1328839"/>
            <a:ext cx="5632204" cy="12118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946A4D-B04D-48FF-934D-1A2BE19E0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35" y="3267557"/>
            <a:ext cx="7687491" cy="2956727"/>
          </a:xfrm>
          <a:prstGeom prst="rect">
            <a:avLst/>
          </a:prstGeom>
        </p:spPr>
      </p:pic>
      <p:pic>
        <p:nvPicPr>
          <p:cNvPr id="2050" name="Picture 2" descr="резиновая уточка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3B20B783-5162-4325-B1FA-6DCF0E908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363" y="4509784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33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50997-8559-485C-89C8-C5D883E8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36" y="163286"/>
            <a:ext cx="6312127" cy="770708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+mn-lt"/>
                <a:cs typeface="Times New Roman" panose="02020603050405020304" pitchFamily="18" charset="0"/>
              </a:rPr>
              <a:t>Алгоритм подбора заведения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8C1C4-00D9-42F2-9C4D-3EC47FE07843}"/>
              </a:ext>
            </a:extLst>
          </p:cNvPr>
          <p:cNvSpPr txBox="1"/>
          <p:nvPr/>
        </p:nvSpPr>
        <p:spPr>
          <a:xfrm>
            <a:off x="502920" y="1485593"/>
            <a:ext cx="4983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2. Выбор типа заведения (ресторан/кофейня)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F7A1DE-2AAB-4E77-A92A-61894BC64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1" y="1183535"/>
            <a:ext cx="4808445" cy="272529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73815F-6BAF-48D9-9DDF-ABC26F686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8" y="4158367"/>
            <a:ext cx="10914017" cy="2283355"/>
          </a:xfrm>
          <a:prstGeom prst="rect">
            <a:avLst/>
          </a:prstGeom>
        </p:spPr>
      </p:pic>
      <p:pic>
        <p:nvPicPr>
          <p:cNvPr id="4098" name="Picture 2" descr="резиновая уточка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1C0ED0E2-9483-4153-8912-BA01505F1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637" y="1714500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21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50997-8559-485C-89C8-C5D883E8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36" y="163286"/>
            <a:ext cx="6312127" cy="770708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+mn-lt"/>
                <a:cs typeface="Times New Roman" panose="02020603050405020304" pitchFamily="18" charset="0"/>
              </a:rPr>
              <a:t>Алгоритм подбора заведения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8C1C4-00D9-42F2-9C4D-3EC47FE07843}"/>
              </a:ext>
            </a:extLst>
          </p:cNvPr>
          <p:cNvSpPr txBox="1"/>
          <p:nvPr/>
        </p:nvSpPr>
        <p:spPr>
          <a:xfrm>
            <a:off x="770708" y="1387778"/>
            <a:ext cx="5593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3. Выбор бюджета (низкий/средний/высокий/пропустить)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D90D0B-F74F-4C5F-92B2-B9BCA9A2AD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10" r="53356"/>
          <a:stretch/>
        </p:blipFill>
        <p:spPr>
          <a:xfrm>
            <a:off x="8164487" y="1239465"/>
            <a:ext cx="3587116" cy="32181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AAEABE-9FA8-4304-96EC-0A1B05C15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35" y="3192117"/>
            <a:ext cx="7659020" cy="321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50997-8559-485C-89C8-C5D883E8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36" y="163286"/>
            <a:ext cx="6312127" cy="770708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+mn-lt"/>
                <a:cs typeface="Times New Roman" panose="02020603050405020304" pitchFamily="18" charset="0"/>
              </a:rPr>
              <a:t>Алгоритм подбора заведения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8C1C4-00D9-42F2-9C4D-3EC47FE07843}"/>
              </a:ext>
            </a:extLst>
          </p:cNvPr>
          <p:cNvSpPr txBox="1"/>
          <p:nvPr/>
        </p:nvSpPr>
        <p:spPr>
          <a:xfrm>
            <a:off x="502919" y="1297522"/>
            <a:ext cx="559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4. Выбор станции метро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E3F05E-3AAB-46B4-83A9-C2E637C12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472" y="1947258"/>
            <a:ext cx="4431182" cy="44104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215218-AACD-44C0-95FF-509E65F20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36" y="2122715"/>
            <a:ext cx="3386605" cy="405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92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50997-8559-485C-89C8-C5D883E8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36" y="163286"/>
            <a:ext cx="6312127" cy="770708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+mn-lt"/>
                <a:cs typeface="Times New Roman" panose="02020603050405020304" pitchFamily="18" charset="0"/>
              </a:rPr>
              <a:t>Алгоритм подбора заведения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8C1C4-00D9-42F2-9C4D-3EC47FE07843}"/>
              </a:ext>
            </a:extLst>
          </p:cNvPr>
          <p:cNvSpPr txBox="1"/>
          <p:nvPr/>
        </p:nvSpPr>
        <p:spPr>
          <a:xfrm>
            <a:off x="502920" y="1485593"/>
            <a:ext cx="4715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5. Выбор кухни (для ресторанов)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344FB8-B294-483A-ABE3-6883C99EAE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488"/>
          <a:stretch/>
        </p:blipFill>
        <p:spPr>
          <a:xfrm>
            <a:off x="6096000" y="1276815"/>
            <a:ext cx="5606920" cy="22756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C9465F-745B-41F6-9039-E1DF6001B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55" y="2298135"/>
            <a:ext cx="5634771" cy="4195857"/>
          </a:xfrm>
          <a:prstGeom prst="rect">
            <a:avLst/>
          </a:prstGeom>
        </p:spPr>
      </p:pic>
      <p:pic>
        <p:nvPicPr>
          <p:cNvPr id="5122" name="Picture 2" descr="резиновая уточка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F25C640B-83C3-40AD-B9E9-FF48D7A62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608" y="4590081"/>
            <a:ext cx="1903911" cy="190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710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50997-8559-485C-89C8-C5D883E8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36" y="163286"/>
            <a:ext cx="6312127" cy="770708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+mn-lt"/>
                <a:cs typeface="Times New Roman" panose="02020603050405020304" pitchFamily="18" charset="0"/>
              </a:rPr>
              <a:t>Алгоритм подбора заведения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C1BEF-5A82-4130-9AF4-42EEC4DF9B5B}"/>
              </a:ext>
            </a:extLst>
          </p:cNvPr>
          <p:cNvSpPr txBox="1"/>
          <p:nvPr/>
        </p:nvSpPr>
        <p:spPr>
          <a:xfrm>
            <a:off x="982897" y="1405055"/>
            <a:ext cx="391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6. Вывод заведений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01792A-8E48-4ADF-B420-6EE891A76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027" y="1077596"/>
            <a:ext cx="4000778" cy="545702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EFA1A5A-EDD6-4181-9FE7-D9ADB1F86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64" y="2103115"/>
            <a:ext cx="5677794" cy="43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09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1EBA3-B3B3-4699-87E6-59496DB52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543" y="372292"/>
            <a:ext cx="3150914" cy="489857"/>
          </a:xfrm>
        </p:spPr>
        <p:txBody>
          <a:bodyPr>
            <a:noAutofit/>
          </a:bodyPr>
          <a:lstStyle/>
          <a:p>
            <a:pPr algn="ctr"/>
            <a:r>
              <a:rPr lang="ru-RU" sz="4000" dirty="0"/>
              <a:t>База данных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E0C3F89E-9033-4630-A2E6-C3E2A9E65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4439" r="12866" b="10158"/>
          <a:stretch/>
        </p:blipFill>
        <p:spPr>
          <a:xfrm>
            <a:off x="1220288" y="924928"/>
            <a:ext cx="9751423" cy="5880820"/>
          </a:xfrm>
        </p:spPr>
      </p:pic>
    </p:spTree>
    <p:extLst>
      <p:ext uri="{BB962C8B-B14F-4D97-AF65-F5344CB8AC3E}">
        <p14:creationId xmlns:p14="http://schemas.microsoft.com/office/powerpoint/2010/main" val="149669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B0FD3-6DBE-402E-8EA5-46E5C7A09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355" y="395831"/>
            <a:ext cx="6588034" cy="3033169"/>
          </a:xfrm>
        </p:spPr>
        <p:txBody>
          <a:bodyPr>
            <a:normAutofit/>
          </a:bodyPr>
          <a:lstStyle/>
          <a:p>
            <a:pPr algn="l"/>
            <a:r>
              <a:rPr lang="ru-RU" sz="3200" b="1" dirty="0"/>
              <a:t>Возможные улучшения:</a:t>
            </a:r>
            <a:br>
              <a:rPr lang="ru-RU" sz="3200" dirty="0"/>
            </a:br>
            <a:r>
              <a:rPr lang="ru-RU" sz="3200" dirty="0"/>
              <a:t>1. Удаление из избранного</a:t>
            </a:r>
            <a:br>
              <a:rPr lang="ru-RU" sz="3200" dirty="0"/>
            </a:br>
            <a:r>
              <a:rPr lang="ru-RU" sz="3200" dirty="0"/>
              <a:t>2. Возможность листать заведения, подходящие по критериям</a:t>
            </a:r>
            <a:br>
              <a:rPr lang="ru-RU" sz="3200" dirty="0"/>
            </a:br>
            <a:r>
              <a:rPr lang="ru-RU" sz="3200" dirty="0"/>
              <a:t>3. Больше информации про заведения</a:t>
            </a:r>
          </a:p>
        </p:txBody>
      </p:sp>
      <p:pic>
        <p:nvPicPr>
          <p:cNvPr id="1026" name="Picture 2" descr="резиновая уточка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E0300F07-D2B3-4D67-BA43-DC55029A4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236" y="4526279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резиновая уточка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5C708F3F-CAA6-4E62-9DDB-6590ABF8F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736" y="3320142"/>
            <a:ext cx="2920637" cy="292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резиновая уточка PNG и картинки пнг | рисунок Векторы и PSD | Бесплатная  загрузка на Pngtree">
            <a:extLst>
              <a:ext uri="{FF2B5EF4-FFF2-40B4-BE49-F238E27FC236}">
                <a16:creationId xmlns:a16="http://schemas.microsoft.com/office/drawing/2014/main" id="{725E1631-BDCB-464A-A327-E8679F4D2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750" y="1530530"/>
            <a:ext cx="4710249" cy="471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216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479413" y="333374"/>
            <a:ext cx="7233171" cy="90148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Члены команды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372745" y="1314878"/>
            <a:ext cx="3096126" cy="486420"/>
          </a:xfrm>
        </p:spPr>
        <p:txBody>
          <a:bodyPr/>
          <a:lstStyle/>
          <a:p>
            <a:pPr>
              <a:defRPr/>
            </a:pPr>
            <a:r>
              <a:rPr lang="ru-RU"/>
              <a:t>Бурцева Евгения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7723130" y="1339633"/>
            <a:ext cx="240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/>
              <a:t>Часова Василиса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44091" y="2052283"/>
            <a:ext cx="2753433" cy="275343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84254" y="2052283"/>
            <a:ext cx="2753434" cy="27534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 bwMode="auto">
          <a:xfrm>
            <a:off x="1524756" y="5056700"/>
            <a:ext cx="2753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/>
              <a:t>Разработчик, тестировщик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7538376" y="5056699"/>
            <a:ext cx="2645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/>
              <a:t>Тестировщик, </a:t>
            </a:r>
            <a:endParaRPr/>
          </a:p>
          <a:p>
            <a:pPr algn="ctr">
              <a:defRPr/>
            </a:pPr>
            <a:r>
              <a:rPr lang="ru-RU"/>
              <a:t>оператор базы данных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638603" y="552449"/>
            <a:ext cx="8914788" cy="85804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Спасибо за внимание!</a:t>
            </a:r>
            <a:endParaRPr/>
          </a:p>
        </p:txBody>
      </p:sp>
      <p:pic>
        <p:nvPicPr>
          <p:cNvPr id="4098" name="Picture 2" descr="Гуся на аву - картинки и фото poknok.art"/>
          <p:cNvPicPr>
            <a:picLocks noChangeAspect="1" noChangeArrowheads="1"/>
          </p:cNvPicPr>
          <p:nvPr/>
        </p:nvPicPr>
        <p:blipFill>
          <a:blip r:embed="rId2"/>
          <a:srcRect t="4154"/>
          <a:stretch/>
        </p:blipFill>
        <p:spPr bwMode="auto">
          <a:xfrm>
            <a:off x="4105426" y="1642338"/>
            <a:ext cx="3981145" cy="50877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</TotalTime>
  <Words>318</Words>
  <Application>Microsoft Office PowerPoint</Application>
  <DocSecurity>0</DocSecurity>
  <PresentationFormat>Широкоэкранный</PresentationFormat>
  <Paragraphs>47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@EatQuestbot</vt:lpstr>
      <vt:lpstr>Цель: создать телеграм-бота, который будет рекомендовать заведения, основываясь на пожеланиях пользователя</vt:lpstr>
      <vt:lpstr>Принцип работы:</vt:lpstr>
      <vt:lpstr>Алгоритм подбора заведения</vt:lpstr>
      <vt:lpstr>Алгоритм подбора заведения</vt:lpstr>
      <vt:lpstr>Алгоритм подбора заведения</vt:lpstr>
      <vt:lpstr>Алгоритм подбора заведения</vt:lpstr>
      <vt:lpstr>Алгоритм подбора заведения</vt:lpstr>
      <vt:lpstr>Алгоритм подбора заведения</vt:lpstr>
      <vt:lpstr>База данных</vt:lpstr>
      <vt:lpstr>Возможные улучшения: 1. Удаление из избранного 2. Возможность листать заведения, подходящие по критериям 3. Больше информации про заведения</vt:lpstr>
      <vt:lpstr>Члены команды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@EatQuestbot</dc:title>
  <dc:subject/>
  <dc:creator>Koshkowod Chas</dc:creator>
  <cp:keywords/>
  <dc:description/>
  <cp:lastModifiedBy>Vasilisa</cp:lastModifiedBy>
  <cp:revision>16</cp:revision>
  <dcterms:created xsi:type="dcterms:W3CDTF">2026-04-17T17:05:50Z</dcterms:created>
  <dcterms:modified xsi:type="dcterms:W3CDTF">2026-06-27T10:08:01Z</dcterms:modified>
  <cp:category/>
  <dc:identifier/>
  <cp:contentStatus/>
  <dc:language/>
  <cp:version/>
</cp:coreProperties>
</file>